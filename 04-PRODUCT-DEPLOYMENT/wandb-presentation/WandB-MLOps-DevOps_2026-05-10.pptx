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2E86C1"/>
                </a:solidFill>
              </a:rPr>
              <a:t>Weights &amp; Biases (W&amp;B)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D6D7E"/>
                </a:solidFill>
              </a:rPr>
              <a:t>ML Experiment Tracking &amp; MLOps 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5929E"/>
                </a:solidFill>
              </a:rPr>
              <a:t>DevOps Integration for ML Workflows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B0A7"/>
                </a:solidFill>
              </a:rPr>
              <a:t>Taurus AI Corp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6C1"/>
                </a:solidFill>
              </a:rPr>
              <a:t>Why Weights &amp; Biases?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Track ML experiments with automatic logging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Visualize training in real-time dashboards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Compare runs across hyperparameters and configurations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Optimize hyperparameters with automated sweeps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Manage model registry with versioning and lineage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Collaborate on ML projects with team workspaces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Track artifacts (datasets, models, code) with lineage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6C1"/>
                </a:solidFill>
              </a:rPr>
              <a:t>Core Concepts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Projects and Runs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Project: Collection of related experiments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Run: Single execution of training script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Configuration Tracking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Track hyperparameters automatically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Access config during training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0" y="13716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Metric Logging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Log scalars, media, histograms, tables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Custom x-axis and step logging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0" y="32004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Model Checkpointing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Save and upload model checkpoints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Use Artifacts for versioning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6C1"/>
                </a:solidFill>
              </a:rPr>
              <a:t>Hyperparameter Sweeps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D3436"/>
                </a:solidFill>
              </a:rPr>
              <a:t>Automatically search for optimal hyperparameters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Define sweep configuration: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Method: bayes, grid, random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Metric to optimize (e.g., val/accuracy)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Parameter distributions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Training function uses wandb.config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Access sweep parameters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Build model and optimizer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0" y="22860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Run agent: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wandb.agent(sweep_id, function=train, count=50)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6C1"/>
                </a:solidFill>
              </a:rPr>
              <a:t>Artifacts &amp; Model Registry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D3436"/>
                </a:solidFill>
              </a:rPr>
              <a:t>Track datasets, models, and other files with lineage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Log Artifacts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Create artifact with name, type, description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Add files or directories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Log artifact to W&amp;B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0" y="22860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Use Artifacts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Download and use artifact in another run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Model registry: link artifacts to production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6C1"/>
                </a:solidFill>
              </a:rPr>
              <a:t>Framework Integrations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PyTorch Lightning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WandbLogger for automatic logging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Log model checkpoints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HuggingFace Transformers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Set report_to="wandb" in TrainingArguments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Trainer automatically logs to W&amp;B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0" y="13716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Keras/TensorFlow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WandbCallback for auto-logging metrics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Log model and training visualizations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0" y="32004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Custom Logging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Log custom visualizations (matplotlib, seaborn)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Log confusion matrices, ROC curves, etc.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6C1"/>
                </a:solidFill>
              </a:rPr>
              <a:t>Best Practices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Organize with tags, groups, and job types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Log everything relevant (system metrics, git commit, data splits)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Use descriptive run names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Save important artifacts (final model, predictions)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Use offline mode for unstable connections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C1"/>
                </a:solidFill>
              </a:rPr>
              <a:t>Taurus AI Use Case: Muthoot Micro-Loan AI Agent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D3436"/>
                </a:solidFill>
              </a:rPr>
              <a:t>Fine-tune Ollama qwen3-coder:latest on synthetic repayment patterns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Track with W&amp;B: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Hyperparameters: learning rate, batch size, epochs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Metrics: prediction accuracy, reminder effectiveness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Artifacts: datasets, model checkpoints, evaluation results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Sweeps: Optimize for &gt;15% reduction in collection calls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6C1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Weights &amp; Biases provides: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End-to-end ML experiment tracking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Collaboration and reproducibility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Integration with popular ML frameworks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DevOps-friendly API and automation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Empowers Taurus AI to: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Accelerate ML model development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Ensure compliance and auditability</a:t>
            </a:r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</a:rPr>
              <a:t>• Deliver better AI solutions to clients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Weights &amp; Biases for MLOps</dc:title>
  <dc:subject>PptxGenJS Presentation</dc:subject>
  <dc:creator>Taurus AI</dc:creator>
  <cp:lastModifiedBy>Taurus AI</cp:lastModifiedBy>
  <cp:revision>1</cp:revision>
  <dcterms:created xsi:type="dcterms:W3CDTF">2026-05-10T13:22:18Z</dcterms:created>
  <dcterms:modified xsi:type="dcterms:W3CDTF">2026-05-10T13:22:18Z</dcterms:modified>
</cp:coreProperties>
</file>